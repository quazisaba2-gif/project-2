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rPr dirty="0"/>
              <a:t>Smart Scientific Calculator</a:t>
            </a:r>
            <a:r>
              <a:rPr lang="en-US" dirty="0"/>
              <a:t> Python Project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A </a:t>
            </a:r>
            <a:r>
              <a:rPr dirty="0"/>
              <a:t>Modern GUI </a:t>
            </a:r>
            <a:r>
              <a:rPr lang="en-US" dirty="0"/>
              <a:t>Application </a:t>
            </a:r>
            <a:r>
              <a:rPr dirty="0"/>
              <a:t>using </a:t>
            </a:r>
            <a:r>
              <a:rPr dirty="0" err="1"/>
              <a:t>CustomTkinter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Created By:</a:t>
            </a:r>
            <a:r>
              <a:rPr lang="en-US" dirty="0"/>
              <a:t> </a:t>
            </a:r>
            <a:r>
              <a:rPr lang="en-US" dirty="0" err="1"/>
              <a:t>saba</a:t>
            </a:r>
            <a:r>
              <a:rPr lang="en-US" dirty="0"/>
              <a:t> Afreen </a:t>
            </a:r>
            <a:r>
              <a:rPr lang="en-US"/>
              <a:t>kazi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Python 3.x Project</a:t>
            </a:r>
            <a:r>
              <a:rPr lang="en-US" dirty="0"/>
              <a:t> ,</a:t>
            </a:r>
            <a:r>
              <a:rPr lang="en-US" sz="2000" dirty="0" err="1"/>
              <a:t>CustomTkinter</a:t>
            </a:r>
            <a:r>
              <a:rPr lang="en-US" sz="2000" dirty="0"/>
              <a:t> Library</a:t>
            </a:r>
            <a:endParaRPr lang="hi-IN" sz="2000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sz="2000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sz="2000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sz="2000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sz="2000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2000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Objective : </a:t>
            </a:r>
            <a:r>
              <a:rPr lang="en-US" dirty="0" err="1"/>
              <a:t>Ek</a:t>
            </a:r>
            <a:r>
              <a:rPr lang="en-US" dirty="0"/>
              <a:t> </a:t>
            </a:r>
            <a:r>
              <a:rPr lang="en-US" dirty="0" err="1"/>
              <a:t>aisa</a:t>
            </a:r>
            <a:r>
              <a:rPr lang="en-US" dirty="0"/>
              <a:t> Calculator banana </a:t>
            </a:r>
            <a:r>
              <a:rPr lang="en-US" dirty="0" err="1"/>
              <a:t>jo</a:t>
            </a:r>
            <a:r>
              <a:rPr lang="en-US" dirty="0"/>
              <a:t> Simple Calculations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saath-sath</a:t>
            </a:r>
            <a:r>
              <a:rPr lang="en-US" dirty="0"/>
              <a:t> Advanced Scientific Functions (</a:t>
            </a:r>
            <a:r>
              <a:rPr lang="en-US" dirty="0" err="1"/>
              <a:t>Trigonometry,Logarithms,Factorials</a:t>
            </a:r>
            <a:r>
              <a:rPr lang="en-US" dirty="0"/>
              <a:t>) </a:t>
            </a:r>
            <a:r>
              <a:rPr lang="en-US" dirty="0" err="1"/>
              <a:t>ko</a:t>
            </a:r>
            <a:r>
              <a:rPr lang="en-US" dirty="0"/>
              <a:t> handle </a:t>
            </a:r>
            <a:r>
              <a:rPr lang="en-US" dirty="0" err="1"/>
              <a:t>kar</a:t>
            </a:r>
            <a:r>
              <a:rPr lang="en-US" dirty="0"/>
              <a:t> sake.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KEY HIGHLIGHTS: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Scientific + Basic Calculator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Dark Mode </a:t>
            </a:r>
            <a:r>
              <a:rPr lang="en-US" dirty="0"/>
              <a:t>Professional </a:t>
            </a:r>
            <a:r>
              <a:rPr dirty="0"/>
              <a:t>UI</a:t>
            </a:r>
            <a:r>
              <a:rPr lang="en-US" dirty="0"/>
              <a:t>.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Secure Calculation Engine </a:t>
            </a:r>
            <a:r>
              <a:rPr dirty="0"/>
              <a:t>No </a:t>
            </a:r>
            <a:r>
              <a:rPr dirty="0" err="1"/>
              <a:t>eval</a:t>
            </a:r>
            <a:r>
              <a:rPr dirty="0"/>
              <a:t>() (Secure AST)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Keyboard </a:t>
            </a:r>
            <a:r>
              <a:rPr lang="en-US" dirty="0"/>
              <a:t>Support for fast typing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Calculation History and Memory Functions.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Description : Application </a:t>
            </a:r>
            <a:r>
              <a:rPr lang="en-US" dirty="0" err="1"/>
              <a:t>ko</a:t>
            </a:r>
            <a:r>
              <a:rPr lang="en-US" dirty="0"/>
              <a:t> 2 tabs </a:t>
            </a:r>
            <a:r>
              <a:rPr lang="en-US" dirty="0" err="1"/>
              <a:t>mein</a:t>
            </a:r>
            <a:r>
              <a:rPr lang="en-US" dirty="0"/>
              <a:t> divide </a:t>
            </a:r>
            <a:r>
              <a:rPr lang="en-US" dirty="0" err="1"/>
              <a:t>kiya</a:t>
            </a:r>
            <a:r>
              <a:rPr lang="en-US" dirty="0"/>
              <a:t> </a:t>
            </a:r>
            <a:r>
              <a:rPr lang="en-US" dirty="0" err="1"/>
              <a:t>gaya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UI Components 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Standard + Scientific Tabs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Real-time display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DEG/RAD switch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56" y="3495760"/>
            <a:ext cx="2826396" cy="3099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984" y="3495760"/>
            <a:ext cx="2826396" cy="301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Technical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Secure Parsing : Python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dirty="0"/>
              <a:t>AST</a:t>
            </a:r>
            <a:r>
              <a:rPr lang="en-US" dirty="0"/>
              <a:t> Module use </a:t>
            </a:r>
            <a:r>
              <a:rPr lang="en-US" dirty="0" err="1"/>
              <a:t>kiya</a:t>
            </a:r>
            <a:r>
              <a:rPr lang="en-US" dirty="0"/>
              <a:t> </a:t>
            </a:r>
            <a:r>
              <a:rPr lang="en-US" dirty="0" err="1"/>
              <a:t>gaya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jisse</a:t>
            </a:r>
            <a:r>
              <a:rPr lang="en-US" dirty="0"/>
              <a:t> Calculation safe </a:t>
            </a:r>
            <a:r>
              <a:rPr lang="en-US" dirty="0" err="1"/>
              <a:t>rahe</a:t>
            </a:r>
            <a:r>
              <a:rPr lang="en-US" dirty="0"/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Bug –Free Logic :</a:t>
            </a:r>
            <a:endParaRPr b="1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Zero Division</a:t>
            </a:r>
            <a:r>
              <a:rPr lang="en-US" dirty="0"/>
              <a:t> Fix : 4/0 par app </a:t>
            </a:r>
            <a:r>
              <a:rPr lang="en-US" dirty="0" err="1"/>
              <a:t>Crah</a:t>
            </a:r>
            <a:r>
              <a:rPr lang="en-US" dirty="0"/>
              <a:t>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hota</a:t>
            </a:r>
            <a:r>
              <a:rPr lang="en-US" dirty="0"/>
              <a:t>,”Math Error” </a:t>
            </a:r>
            <a:r>
              <a:rPr lang="en-US" dirty="0" err="1"/>
              <a:t>Dikhata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dirty="0"/>
              <a:t> 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Empty input </a:t>
            </a:r>
            <a:r>
              <a:rPr lang="en-US" dirty="0"/>
              <a:t>Check : Khali Screen par = </a:t>
            </a:r>
            <a:r>
              <a:rPr lang="en-US" dirty="0" err="1"/>
              <a:t>dabane</a:t>
            </a:r>
            <a:r>
              <a:rPr lang="en-US" dirty="0"/>
              <a:t> se Crash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hota</a:t>
            </a:r>
            <a:r>
              <a:rPr lang="en-US" dirty="0"/>
              <a:t> .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Chain calculation</a:t>
            </a:r>
            <a:r>
              <a:rPr lang="en-US" dirty="0"/>
              <a:t> : 4*5=20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baad</a:t>
            </a:r>
            <a:r>
              <a:rPr lang="en-US" dirty="0"/>
              <a:t> direct -5 </a:t>
            </a:r>
            <a:r>
              <a:rPr lang="en-US" dirty="0" err="1"/>
              <a:t>dabane</a:t>
            </a:r>
            <a:r>
              <a:rPr lang="en-US" dirty="0"/>
              <a:t> par 20-5 continue </a:t>
            </a:r>
            <a:r>
              <a:rPr lang="en-US" dirty="0" err="1"/>
              <a:t>hota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Trigonometry : </a:t>
            </a:r>
            <a:r>
              <a:rPr dirty="0"/>
              <a:t>sin, </a:t>
            </a:r>
            <a:r>
              <a:rPr dirty="0" err="1"/>
              <a:t>cos</a:t>
            </a:r>
            <a:r>
              <a:rPr dirty="0"/>
              <a:t>, tan</a:t>
            </a:r>
            <a:r>
              <a:rPr lang="en-US" dirty="0"/>
              <a:t> (Degree </a:t>
            </a:r>
            <a:r>
              <a:rPr lang="en-US" dirty="0" err="1"/>
              <a:t>aur</a:t>
            </a:r>
            <a:r>
              <a:rPr lang="en-US" dirty="0"/>
              <a:t> radian </a:t>
            </a:r>
            <a:r>
              <a:rPr lang="en-US" dirty="0" err="1"/>
              <a:t>dono</a:t>
            </a:r>
            <a:r>
              <a:rPr lang="en-US" dirty="0"/>
              <a:t> modes </a:t>
            </a:r>
            <a:r>
              <a:rPr lang="en-US" dirty="0" err="1"/>
              <a:t>mein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)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Advanced Math </a:t>
            </a:r>
            <a:r>
              <a:rPr lang="en-US" dirty="0"/>
              <a:t>: </a:t>
            </a:r>
            <a:r>
              <a:rPr dirty="0"/>
              <a:t>log</a:t>
            </a:r>
            <a:r>
              <a:rPr lang="en-US" dirty="0"/>
              <a:t>arithm (Base 10)</a:t>
            </a:r>
            <a:r>
              <a:rPr dirty="0"/>
              <a:t>, sq</a:t>
            </a:r>
            <a:r>
              <a:rPr lang="en-US" dirty="0"/>
              <a:t>uare </a:t>
            </a:r>
            <a:r>
              <a:rPr lang="en-US" dirty="0" err="1"/>
              <a:t>Root,Factorial</a:t>
            </a:r>
            <a:r>
              <a:rPr lang="en-US" dirty="0"/>
              <a:t>(UP to 500) </a:t>
            </a:r>
            <a:r>
              <a:rPr dirty="0"/>
              <a:t>powers (</a:t>
            </a:r>
            <a:r>
              <a:rPr dirty="0" err="1"/>
              <a:t>x^y</a:t>
            </a:r>
            <a:r>
              <a:rPr dirty="0"/>
              <a:t>)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UX Tools : * Copy Button: Result </a:t>
            </a:r>
            <a:r>
              <a:rPr lang="en-US" dirty="0" err="1"/>
              <a:t>ko</a:t>
            </a:r>
            <a:r>
              <a:rPr lang="en-US" dirty="0"/>
              <a:t> Clipboard par Copy </a:t>
            </a:r>
            <a:r>
              <a:rPr lang="en-US" dirty="0" err="1"/>
              <a:t>karne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.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H</a:t>
            </a:r>
            <a:r>
              <a:rPr dirty="0"/>
              <a:t>istory</a:t>
            </a:r>
            <a:r>
              <a:rPr lang="en-US" dirty="0"/>
              <a:t>: </a:t>
            </a:r>
            <a:r>
              <a:rPr lang="en-US" dirty="0" err="1"/>
              <a:t>Pichli</a:t>
            </a:r>
            <a:r>
              <a:rPr lang="en-US" dirty="0"/>
              <a:t> 10 Calculations </a:t>
            </a:r>
            <a:r>
              <a:rPr lang="en-US" dirty="0" err="1"/>
              <a:t>ko</a:t>
            </a:r>
            <a:r>
              <a:rPr lang="en-US" dirty="0"/>
              <a:t> Store </a:t>
            </a:r>
            <a:r>
              <a:rPr lang="en-US" dirty="0" err="1"/>
              <a:t>aur</a:t>
            </a:r>
            <a:r>
              <a:rPr lang="en-US" dirty="0"/>
              <a:t> reuse </a:t>
            </a:r>
            <a:r>
              <a:rPr lang="en-US" dirty="0" err="1"/>
              <a:t>karne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Memory : MC,MR,M+,M- buttons memory management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13288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Libraries Used :</a:t>
            </a:r>
            <a:r>
              <a:rPr dirty="0" err="1"/>
              <a:t>customtkinter</a:t>
            </a:r>
            <a:r>
              <a:rPr dirty="0"/>
              <a:t>, math, </a:t>
            </a:r>
            <a:r>
              <a:rPr dirty="0" err="1"/>
              <a:t>ast</a:t>
            </a:r>
            <a:r>
              <a:rPr lang="en-US" dirty="0" err="1"/>
              <a:t>,Regex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Class</a:t>
            </a:r>
            <a:r>
              <a:rPr lang="en-US" dirty="0"/>
              <a:t> Architecture : Ultimate pro Calculator class </a:t>
            </a:r>
            <a:r>
              <a:rPr lang="en-US" dirty="0" err="1"/>
              <a:t>ka</a:t>
            </a:r>
            <a:r>
              <a:rPr lang="en-US" dirty="0"/>
              <a:t> use </a:t>
            </a:r>
            <a:r>
              <a:rPr lang="en-US" dirty="0" err="1"/>
              <a:t>karke</a:t>
            </a:r>
            <a:r>
              <a:rPr lang="en-US" dirty="0"/>
              <a:t> Modular code  use hue. </a:t>
            </a:r>
            <a:r>
              <a:rPr dirty="0"/>
              <a:t>based design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Event Handling: </a:t>
            </a:r>
            <a:r>
              <a:rPr dirty="0"/>
              <a:t>Keyboard</a:t>
            </a:r>
            <a:r>
              <a:rPr lang="en-US" dirty="0"/>
              <a:t> binding(&lt; key&gt;) </a:t>
            </a:r>
            <a:r>
              <a:rPr lang="en-US" dirty="0" err="1"/>
              <a:t>aur</a:t>
            </a:r>
            <a:r>
              <a:rPr lang="en-US" dirty="0"/>
              <a:t> Mouse hover Effects. </a:t>
            </a:r>
            <a:endParaRPr lang="hi-IN" dirty="0"/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lang="hi-IN" dirty="0"/>
              <a:t>                                                               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53" y="3315711"/>
            <a:ext cx="5340746" cy="235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Strong UI + Logic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Future: Graphs, Voice, Converter</a:t>
            </a: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Thank You</a:t>
            </a: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endParaRPr lang="hi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326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Smart Scientific Calculator Python Project </vt:lpstr>
      <vt:lpstr>Project Overview</vt:lpstr>
      <vt:lpstr>UI Design</vt:lpstr>
      <vt:lpstr>Technical Features</vt:lpstr>
      <vt:lpstr>Functionalities</vt:lpstr>
      <vt:lpstr>Code Structure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Scientific Calculator </dc:title>
  <dc:creator>MPB10</dc:creator>
  <dc:description>generated using python-pptx</dc:description>
  <cp:lastModifiedBy>ADMIN</cp:lastModifiedBy>
  <cp:revision>13</cp:revision>
  <dcterms:created xsi:type="dcterms:W3CDTF">2013-01-27T09:14:16Z</dcterms:created>
  <dcterms:modified xsi:type="dcterms:W3CDTF">2026-05-12T06:10:39Z</dcterms:modified>
</cp:coreProperties>
</file>